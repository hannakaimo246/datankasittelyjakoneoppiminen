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7502cdd6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7502cdd6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6af2cb2a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6af2cb2a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6af2cb2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6af2cb2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7502cdd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27502cdd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7502cdd6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7502cdd6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Kaupunkipyörät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Elyas, Hanna ja Saku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 dirty="0"/>
              <a:t>Helsingin kaupunkipyöräjärjestelmä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Helsingin ja Espoon kaupunkipyöräjärjestelmä avattiin toukokuussa v. 2016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i"/>
              <a:t>Alussa Helsingissä oli 50 pyöräasemaa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i"/>
              <a:t>Viime vuonna niitä oli 352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i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Tavoite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Tavoite on selvittää vastaukset näihin kysymyksiin: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i"/>
              <a:t>Onko pyöräasema/pyöräasemat kannattavia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i"/>
              <a:t>Mahdolliset muutokset, joita järjestelmään pitäisi tehdä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i"/>
              <a:t>Järjestelmän yleinen luotettavuus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Data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 dirty="0"/>
              <a:t>Avoimesta HSL:n rajapinnasta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i" dirty="0"/>
              <a:t>City Bike Finland omistaa datan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Datan koostumus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 dirty="0"/>
              <a:t>Datan tarkka otanta on kaupunkipyörillä ajetut matkat Helsingissä yhden kuukauden aikana (n. 250 000 ajettua matkaa)</a:t>
            </a:r>
            <a:br>
              <a:rPr lang="fi" dirty="0"/>
            </a:br>
            <a:r>
              <a:rPr lang="fi" dirty="0"/>
              <a:t>keskiarvo matkalle on n .2.5 km ja ajalle n. 14 minuuttia</a:t>
            </a:r>
            <a:br>
              <a:rPr lang="fi" dirty="0"/>
            </a:br>
            <a:br>
              <a:rPr lang="fi" dirty="0"/>
            </a:br>
            <a:r>
              <a:rPr lang="fi" dirty="0"/>
              <a:t>Sen attribuutit ovat:                                                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i" dirty="0"/>
              <a:t>lähtöasema</a:t>
            </a:r>
            <a:br>
              <a:rPr lang="fi" dirty="0"/>
            </a:br>
            <a:r>
              <a:rPr lang="fi" dirty="0"/>
              <a:t>pääteasema</a:t>
            </a:r>
            <a:br>
              <a:rPr lang="fi" dirty="0"/>
            </a:br>
            <a:r>
              <a:rPr lang="fi" dirty="0"/>
              <a:t>poljettu matka</a:t>
            </a:r>
            <a:br>
              <a:rPr lang="fi" dirty="0"/>
            </a:br>
            <a:r>
              <a:rPr lang="fi" dirty="0"/>
              <a:t>matkaan käytetty aika</a:t>
            </a:r>
            <a:br>
              <a:rPr lang="fi" dirty="0"/>
            </a:br>
            <a:br>
              <a:rPr lang="fi" dirty="0"/>
            </a:br>
            <a:r>
              <a:rPr lang="fi" dirty="0"/>
              <a:t>Datassa on myös kaikki kaupunkipyöräasemat ja niiden käyttömäärät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Datan mallinnus ja analysointi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i"/>
              <a:t>Klusterointi</a:t>
            </a:r>
            <a:br>
              <a:rPr lang="fi"/>
            </a:br>
            <a:r>
              <a:rPr lang="fi"/>
              <a:t>Katsoa datasta, kuinka paljon asemia käytetään</a:t>
            </a:r>
            <a:br>
              <a:rPr lang="fi"/>
            </a:br>
            <a:r>
              <a:rPr lang="fi"/>
              <a:t>jne.</a:t>
            </a:r>
            <a:br>
              <a:rPr lang="fi"/>
            </a:br>
            <a:br>
              <a:rPr lang="fi"/>
            </a:br>
            <a:r>
              <a:rPr lang="fi"/>
              <a:t>Tehdä analyysit </a:t>
            </a:r>
            <a:br>
              <a:rPr lang="fi"/>
            </a:br>
            <a:r>
              <a:rPr lang="fi"/>
              <a:t>Tehdä johtopäätökset ja toimenpidesuositukset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</Words>
  <Application>Microsoft Office PowerPoint</Application>
  <PresentationFormat>Näytössä katseltava esitys (16:9)</PresentationFormat>
  <Paragraphs>21</Paragraphs>
  <Slides>6</Slides>
  <Notes>6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0" baseType="lpstr">
      <vt:lpstr>Roboto Slab</vt:lpstr>
      <vt:lpstr>Roboto</vt:lpstr>
      <vt:lpstr>Arial</vt:lpstr>
      <vt:lpstr>Marina</vt:lpstr>
      <vt:lpstr>Kaupunkipyörät</vt:lpstr>
      <vt:lpstr>Helsingin kaupunkipyöräjärjestelmä</vt:lpstr>
      <vt:lpstr>Tavoite</vt:lpstr>
      <vt:lpstr>Data</vt:lpstr>
      <vt:lpstr>Datan koostumus</vt:lpstr>
      <vt:lpstr>Datan mallinnus ja analysointi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Kaupunkipyörät</dc:title>
  <cp:lastModifiedBy>Hanna Kaimo</cp:lastModifiedBy>
  <cp:revision>2</cp:revision>
  <dcterms:modified xsi:type="dcterms:W3CDTF">2022-05-02T12:17:00Z</dcterms:modified>
</cp:coreProperties>
</file>